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1B50"/>
    <a:srgbClr val="515151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59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204BF25-71CB-45E6-B021-485405721139}" type="doc">
      <dgm:prSet loTypeId="urn:microsoft.com/office/officeart/2005/8/layout/process5" loCatId="process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45D5A4FB-F7D4-42D6-9109-2C2AF83F071E}">
      <dgm:prSet phldrT="[Text]"/>
      <dgm:spPr/>
      <dgm:t>
        <a:bodyPr/>
        <a:lstStyle/>
        <a:p>
          <a:pPr>
            <a:buNone/>
          </a:pPr>
          <a:r>
            <a:rPr lang="en-IN" dirty="0"/>
            <a:t>Display Card</a:t>
          </a:r>
        </a:p>
      </dgm:t>
    </dgm:pt>
    <dgm:pt modelId="{DE2503A4-2505-46EB-8AA5-31B6B038A0E9}" type="parTrans" cxnId="{4AA97935-49ED-44C8-8BD5-27BD65C6976B}">
      <dgm:prSet/>
      <dgm:spPr/>
      <dgm:t>
        <a:bodyPr/>
        <a:lstStyle/>
        <a:p>
          <a:endParaRPr lang="en-IN"/>
        </a:p>
      </dgm:t>
    </dgm:pt>
    <dgm:pt modelId="{F1535FAE-4137-49AE-AAF4-46B14C511988}" type="sibTrans" cxnId="{4AA97935-49ED-44C8-8BD5-27BD65C6976B}">
      <dgm:prSet/>
      <dgm:spPr/>
      <dgm:t>
        <a:bodyPr/>
        <a:lstStyle/>
        <a:p>
          <a:endParaRPr lang="en-IN"/>
        </a:p>
      </dgm:t>
    </dgm:pt>
    <dgm:pt modelId="{C17C9C7F-2140-4306-8C41-01BC5428E1F0}">
      <dgm:prSet phldrT="[Text]"/>
      <dgm:spPr/>
      <dgm:t>
        <a:bodyPr/>
        <a:lstStyle/>
        <a:p>
          <a:pPr>
            <a:buNone/>
          </a:pPr>
          <a:r>
            <a:rPr lang="en-IN" dirty="0"/>
            <a:t>User Click</a:t>
          </a:r>
        </a:p>
      </dgm:t>
    </dgm:pt>
    <dgm:pt modelId="{CFFD0E0F-BEC7-41A6-97E7-7456BEF416C7}" type="parTrans" cxnId="{969DF28F-C55A-4C74-A62C-8751AC22C00E}">
      <dgm:prSet/>
      <dgm:spPr/>
      <dgm:t>
        <a:bodyPr/>
        <a:lstStyle/>
        <a:p>
          <a:endParaRPr lang="en-IN"/>
        </a:p>
      </dgm:t>
    </dgm:pt>
    <dgm:pt modelId="{B155F708-BA13-4BD8-86D5-B17ED21B349E}" type="sibTrans" cxnId="{969DF28F-C55A-4C74-A62C-8751AC22C00E}">
      <dgm:prSet/>
      <dgm:spPr/>
      <dgm:t>
        <a:bodyPr/>
        <a:lstStyle/>
        <a:p>
          <a:endParaRPr lang="en-IN"/>
        </a:p>
      </dgm:t>
    </dgm:pt>
    <dgm:pt modelId="{DA039C0E-FC56-474C-BA83-FC9607858B56}">
      <dgm:prSet phldrT="[Text]"/>
      <dgm:spPr/>
      <dgm:t>
        <a:bodyPr/>
        <a:lstStyle/>
        <a:p>
          <a:pPr>
            <a:buNone/>
          </a:pPr>
          <a:r>
            <a:rPr lang="en-IN" dirty="0"/>
            <a:t>State Update</a:t>
          </a:r>
        </a:p>
      </dgm:t>
    </dgm:pt>
    <dgm:pt modelId="{55DDFF67-AE9D-4871-8993-6289EC671348}" type="parTrans" cxnId="{B8FC34F9-21C5-4248-9FDD-1FDF25D06D6C}">
      <dgm:prSet/>
      <dgm:spPr/>
      <dgm:t>
        <a:bodyPr/>
        <a:lstStyle/>
        <a:p>
          <a:endParaRPr lang="en-IN"/>
        </a:p>
      </dgm:t>
    </dgm:pt>
    <dgm:pt modelId="{3B7A30E8-56CA-4715-B837-D1572DCA42E9}" type="sibTrans" cxnId="{B8FC34F9-21C5-4248-9FDD-1FDF25D06D6C}">
      <dgm:prSet/>
      <dgm:spPr/>
      <dgm:t>
        <a:bodyPr/>
        <a:lstStyle/>
        <a:p>
          <a:endParaRPr lang="en-IN"/>
        </a:p>
      </dgm:t>
    </dgm:pt>
    <dgm:pt modelId="{28C665CC-1864-4E00-B867-55A7C40A24E6}">
      <dgm:prSet phldrT="[Text]"/>
      <dgm:spPr/>
      <dgm:t>
        <a:bodyPr/>
        <a:lstStyle/>
        <a:p>
          <a:pPr>
            <a:buNone/>
          </a:pPr>
          <a:r>
            <a:rPr lang="en-IN" dirty="0"/>
            <a:t>Flip Animation</a:t>
          </a:r>
        </a:p>
      </dgm:t>
    </dgm:pt>
    <dgm:pt modelId="{8D7CFBBD-6EEC-42DF-AC79-A0CD2F0F6DC3}" type="parTrans" cxnId="{B57E6858-8FF0-45DD-A1A6-EEEFB4D1DD8E}">
      <dgm:prSet/>
      <dgm:spPr/>
      <dgm:t>
        <a:bodyPr/>
        <a:lstStyle/>
        <a:p>
          <a:endParaRPr lang="en-IN"/>
        </a:p>
      </dgm:t>
    </dgm:pt>
    <dgm:pt modelId="{F5F515A8-C7C8-41A3-BF84-2535A9BCE57D}" type="sibTrans" cxnId="{B57E6858-8FF0-45DD-A1A6-EEEFB4D1DD8E}">
      <dgm:prSet/>
      <dgm:spPr/>
      <dgm:t>
        <a:bodyPr/>
        <a:lstStyle/>
        <a:p>
          <a:endParaRPr lang="en-IN"/>
        </a:p>
      </dgm:t>
    </dgm:pt>
    <dgm:pt modelId="{B9DBA458-1502-413D-8EE7-2F1F01CC1B71}">
      <dgm:prSet phldrT="[Text]"/>
      <dgm:spPr/>
      <dgm:t>
        <a:bodyPr/>
        <a:lstStyle/>
        <a:p>
          <a:pPr>
            <a:buNone/>
          </a:pPr>
          <a:r>
            <a:rPr lang="en-IN" dirty="0"/>
            <a:t>Show Definition</a:t>
          </a:r>
        </a:p>
      </dgm:t>
    </dgm:pt>
    <dgm:pt modelId="{63C67C78-44BC-454C-8B84-1DBB2C384BB1}" type="parTrans" cxnId="{71FF3165-C2F2-4CD8-A47F-9A942D851E24}">
      <dgm:prSet/>
      <dgm:spPr/>
      <dgm:t>
        <a:bodyPr/>
        <a:lstStyle/>
        <a:p>
          <a:endParaRPr lang="en-IN"/>
        </a:p>
      </dgm:t>
    </dgm:pt>
    <dgm:pt modelId="{C74755D0-025D-456D-B628-2E5B9E240F95}" type="sibTrans" cxnId="{71FF3165-C2F2-4CD8-A47F-9A942D851E24}">
      <dgm:prSet/>
      <dgm:spPr/>
      <dgm:t>
        <a:bodyPr/>
        <a:lstStyle/>
        <a:p>
          <a:endParaRPr lang="en-IN"/>
        </a:p>
      </dgm:t>
    </dgm:pt>
    <dgm:pt modelId="{CB6BD67D-A87F-4A65-9438-AF6CCAACBF29}" type="pres">
      <dgm:prSet presAssocID="{3204BF25-71CB-45E6-B021-485405721139}" presName="diagram" presStyleCnt="0">
        <dgm:presLayoutVars>
          <dgm:dir/>
          <dgm:resizeHandles val="exact"/>
        </dgm:presLayoutVars>
      </dgm:prSet>
      <dgm:spPr/>
    </dgm:pt>
    <dgm:pt modelId="{12D3F716-76CD-4D68-B6EE-87F0734850E7}" type="pres">
      <dgm:prSet presAssocID="{45D5A4FB-F7D4-42D6-9109-2C2AF83F071E}" presName="node" presStyleLbl="node1" presStyleIdx="0" presStyleCnt="5">
        <dgm:presLayoutVars>
          <dgm:bulletEnabled val="1"/>
        </dgm:presLayoutVars>
      </dgm:prSet>
      <dgm:spPr/>
    </dgm:pt>
    <dgm:pt modelId="{56D906C7-F019-445F-A583-10F42D74A2B2}" type="pres">
      <dgm:prSet presAssocID="{F1535FAE-4137-49AE-AAF4-46B14C511988}" presName="sibTrans" presStyleLbl="sibTrans2D1" presStyleIdx="0" presStyleCnt="4"/>
      <dgm:spPr/>
    </dgm:pt>
    <dgm:pt modelId="{2AF5E8F2-1208-4E22-8E17-9BAE5FB612DC}" type="pres">
      <dgm:prSet presAssocID="{F1535FAE-4137-49AE-AAF4-46B14C511988}" presName="connectorText" presStyleLbl="sibTrans2D1" presStyleIdx="0" presStyleCnt="4"/>
      <dgm:spPr/>
    </dgm:pt>
    <dgm:pt modelId="{A378A4C4-A935-49C7-8726-15F4F12965E2}" type="pres">
      <dgm:prSet presAssocID="{C17C9C7F-2140-4306-8C41-01BC5428E1F0}" presName="node" presStyleLbl="node1" presStyleIdx="1" presStyleCnt="5">
        <dgm:presLayoutVars>
          <dgm:bulletEnabled val="1"/>
        </dgm:presLayoutVars>
      </dgm:prSet>
      <dgm:spPr/>
    </dgm:pt>
    <dgm:pt modelId="{185DE465-5C4B-4362-87FF-284059CCD0CE}" type="pres">
      <dgm:prSet presAssocID="{B155F708-BA13-4BD8-86D5-B17ED21B349E}" presName="sibTrans" presStyleLbl="sibTrans2D1" presStyleIdx="1" presStyleCnt="4"/>
      <dgm:spPr/>
    </dgm:pt>
    <dgm:pt modelId="{ED7AAA6C-8886-412F-8DB4-2D9513B4EDCE}" type="pres">
      <dgm:prSet presAssocID="{B155F708-BA13-4BD8-86D5-B17ED21B349E}" presName="connectorText" presStyleLbl="sibTrans2D1" presStyleIdx="1" presStyleCnt="4"/>
      <dgm:spPr/>
    </dgm:pt>
    <dgm:pt modelId="{031384D5-5753-4827-89DC-2AA5E2C281EF}" type="pres">
      <dgm:prSet presAssocID="{DA039C0E-FC56-474C-BA83-FC9607858B56}" presName="node" presStyleLbl="node1" presStyleIdx="2" presStyleCnt="5">
        <dgm:presLayoutVars>
          <dgm:bulletEnabled val="1"/>
        </dgm:presLayoutVars>
      </dgm:prSet>
      <dgm:spPr/>
    </dgm:pt>
    <dgm:pt modelId="{E3C415B4-9122-4F3F-931C-3339D4CE55AD}" type="pres">
      <dgm:prSet presAssocID="{3B7A30E8-56CA-4715-B837-D1572DCA42E9}" presName="sibTrans" presStyleLbl="sibTrans2D1" presStyleIdx="2" presStyleCnt="4"/>
      <dgm:spPr/>
    </dgm:pt>
    <dgm:pt modelId="{D670FD1C-9705-45C0-9AE1-3CF418F90DAF}" type="pres">
      <dgm:prSet presAssocID="{3B7A30E8-56CA-4715-B837-D1572DCA42E9}" presName="connectorText" presStyleLbl="sibTrans2D1" presStyleIdx="2" presStyleCnt="4"/>
      <dgm:spPr/>
    </dgm:pt>
    <dgm:pt modelId="{4EED0D85-E472-491E-AC7D-7A2ABF3E4CE3}" type="pres">
      <dgm:prSet presAssocID="{28C665CC-1864-4E00-B867-55A7C40A24E6}" presName="node" presStyleLbl="node1" presStyleIdx="3" presStyleCnt="5">
        <dgm:presLayoutVars>
          <dgm:bulletEnabled val="1"/>
        </dgm:presLayoutVars>
      </dgm:prSet>
      <dgm:spPr/>
    </dgm:pt>
    <dgm:pt modelId="{8E37106F-5AE3-4EE0-AA1B-58397E721821}" type="pres">
      <dgm:prSet presAssocID="{F5F515A8-C7C8-41A3-BF84-2535A9BCE57D}" presName="sibTrans" presStyleLbl="sibTrans2D1" presStyleIdx="3" presStyleCnt="4"/>
      <dgm:spPr/>
    </dgm:pt>
    <dgm:pt modelId="{951FB0B1-706A-480D-9E1D-3A5531A4BDBF}" type="pres">
      <dgm:prSet presAssocID="{F5F515A8-C7C8-41A3-BF84-2535A9BCE57D}" presName="connectorText" presStyleLbl="sibTrans2D1" presStyleIdx="3" presStyleCnt="4"/>
      <dgm:spPr/>
    </dgm:pt>
    <dgm:pt modelId="{4BBF9764-0A65-4882-A652-FBD5FC3C683B}" type="pres">
      <dgm:prSet presAssocID="{B9DBA458-1502-413D-8EE7-2F1F01CC1B71}" presName="node" presStyleLbl="node1" presStyleIdx="4" presStyleCnt="5">
        <dgm:presLayoutVars>
          <dgm:bulletEnabled val="1"/>
        </dgm:presLayoutVars>
      </dgm:prSet>
      <dgm:spPr/>
    </dgm:pt>
  </dgm:ptLst>
  <dgm:cxnLst>
    <dgm:cxn modelId="{8FB2F102-AD1C-4CE9-8A52-964E04925A87}" type="presOf" srcId="{F1535FAE-4137-49AE-AAF4-46B14C511988}" destId="{56D906C7-F019-445F-A583-10F42D74A2B2}" srcOrd="0" destOrd="0" presId="urn:microsoft.com/office/officeart/2005/8/layout/process5"/>
    <dgm:cxn modelId="{D3902505-0DAA-441B-A694-51EBD2755FE1}" type="presOf" srcId="{F5F515A8-C7C8-41A3-BF84-2535A9BCE57D}" destId="{951FB0B1-706A-480D-9E1D-3A5531A4BDBF}" srcOrd="1" destOrd="0" presId="urn:microsoft.com/office/officeart/2005/8/layout/process5"/>
    <dgm:cxn modelId="{7C168808-DAEA-4A05-A5D2-68FC22BF884D}" type="presOf" srcId="{B9DBA458-1502-413D-8EE7-2F1F01CC1B71}" destId="{4BBF9764-0A65-4882-A652-FBD5FC3C683B}" srcOrd="0" destOrd="0" presId="urn:microsoft.com/office/officeart/2005/8/layout/process5"/>
    <dgm:cxn modelId="{885D620A-EF9F-4E50-BA63-03F0C2EE75C2}" type="presOf" srcId="{3B7A30E8-56CA-4715-B837-D1572DCA42E9}" destId="{E3C415B4-9122-4F3F-931C-3339D4CE55AD}" srcOrd="0" destOrd="0" presId="urn:microsoft.com/office/officeart/2005/8/layout/process5"/>
    <dgm:cxn modelId="{FF7C7A27-EBD7-4FBA-ADAE-D6AE67467E54}" type="presOf" srcId="{C17C9C7F-2140-4306-8C41-01BC5428E1F0}" destId="{A378A4C4-A935-49C7-8726-15F4F12965E2}" srcOrd="0" destOrd="0" presId="urn:microsoft.com/office/officeart/2005/8/layout/process5"/>
    <dgm:cxn modelId="{4AA97935-49ED-44C8-8BD5-27BD65C6976B}" srcId="{3204BF25-71CB-45E6-B021-485405721139}" destId="{45D5A4FB-F7D4-42D6-9109-2C2AF83F071E}" srcOrd="0" destOrd="0" parTransId="{DE2503A4-2505-46EB-8AA5-31B6B038A0E9}" sibTransId="{F1535FAE-4137-49AE-AAF4-46B14C511988}"/>
    <dgm:cxn modelId="{4AB4F13E-F3D1-4A7B-860E-CD3BB95ED09C}" type="presOf" srcId="{B155F708-BA13-4BD8-86D5-B17ED21B349E}" destId="{ED7AAA6C-8886-412F-8DB4-2D9513B4EDCE}" srcOrd="1" destOrd="0" presId="urn:microsoft.com/office/officeart/2005/8/layout/process5"/>
    <dgm:cxn modelId="{27140D3F-7079-4CFB-90D9-A748E947E5A6}" type="presOf" srcId="{28C665CC-1864-4E00-B867-55A7C40A24E6}" destId="{4EED0D85-E472-491E-AC7D-7A2ABF3E4CE3}" srcOrd="0" destOrd="0" presId="urn:microsoft.com/office/officeart/2005/8/layout/process5"/>
    <dgm:cxn modelId="{F1DAEF5C-90E8-42C4-A9F0-BDEE11AD5F28}" type="presOf" srcId="{3204BF25-71CB-45E6-B021-485405721139}" destId="{CB6BD67D-A87F-4A65-9438-AF6CCAACBF29}" srcOrd="0" destOrd="0" presId="urn:microsoft.com/office/officeart/2005/8/layout/process5"/>
    <dgm:cxn modelId="{71FF3165-C2F2-4CD8-A47F-9A942D851E24}" srcId="{3204BF25-71CB-45E6-B021-485405721139}" destId="{B9DBA458-1502-413D-8EE7-2F1F01CC1B71}" srcOrd="4" destOrd="0" parTransId="{63C67C78-44BC-454C-8B84-1DBB2C384BB1}" sibTransId="{C74755D0-025D-456D-B628-2E5B9E240F95}"/>
    <dgm:cxn modelId="{B57E6858-8FF0-45DD-A1A6-EEEFB4D1DD8E}" srcId="{3204BF25-71CB-45E6-B021-485405721139}" destId="{28C665CC-1864-4E00-B867-55A7C40A24E6}" srcOrd="3" destOrd="0" parTransId="{8D7CFBBD-6EEC-42DF-AC79-A0CD2F0F6DC3}" sibTransId="{F5F515A8-C7C8-41A3-BF84-2535A9BCE57D}"/>
    <dgm:cxn modelId="{BD8BB786-A0AC-4FBC-AAE8-4A48D230B228}" type="presOf" srcId="{45D5A4FB-F7D4-42D6-9109-2C2AF83F071E}" destId="{12D3F716-76CD-4D68-B6EE-87F0734850E7}" srcOrd="0" destOrd="0" presId="urn:microsoft.com/office/officeart/2005/8/layout/process5"/>
    <dgm:cxn modelId="{6BC84D8A-21DB-4FC8-B752-137E4BCE8A19}" type="presOf" srcId="{F5F515A8-C7C8-41A3-BF84-2535A9BCE57D}" destId="{8E37106F-5AE3-4EE0-AA1B-58397E721821}" srcOrd="0" destOrd="0" presId="urn:microsoft.com/office/officeart/2005/8/layout/process5"/>
    <dgm:cxn modelId="{969DF28F-C55A-4C74-A62C-8751AC22C00E}" srcId="{3204BF25-71CB-45E6-B021-485405721139}" destId="{C17C9C7F-2140-4306-8C41-01BC5428E1F0}" srcOrd="1" destOrd="0" parTransId="{CFFD0E0F-BEC7-41A6-97E7-7456BEF416C7}" sibTransId="{B155F708-BA13-4BD8-86D5-B17ED21B349E}"/>
    <dgm:cxn modelId="{76FFE6B3-080E-4119-97E3-97BA9B5BE115}" type="presOf" srcId="{DA039C0E-FC56-474C-BA83-FC9607858B56}" destId="{031384D5-5753-4827-89DC-2AA5E2C281EF}" srcOrd="0" destOrd="0" presId="urn:microsoft.com/office/officeart/2005/8/layout/process5"/>
    <dgm:cxn modelId="{FE9E2BC7-1044-475A-898F-3920C8071045}" type="presOf" srcId="{B155F708-BA13-4BD8-86D5-B17ED21B349E}" destId="{185DE465-5C4B-4362-87FF-284059CCD0CE}" srcOrd="0" destOrd="0" presId="urn:microsoft.com/office/officeart/2005/8/layout/process5"/>
    <dgm:cxn modelId="{9C60F6E4-8271-4D99-B48E-4E6AA1706283}" type="presOf" srcId="{F1535FAE-4137-49AE-AAF4-46B14C511988}" destId="{2AF5E8F2-1208-4E22-8E17-9BAE5FB612DC}" srcOrd="1" destOrd="0" presId="urn:microsoft.com/office/officeart/2005/8/layout/process5"/>
    <dgm:cxn modelId="{B8FC34F9-21C5-4248-9FDD-1FDF25D06D6C}" srcId="{3204BF25-71CB-45E6-B021-485405721139}" destId="{DA039C0E-FC56-474C-BA83-FC9607858B56}" srcOrd="2" destOrd="0" parTransId="{55DDFF67-AE9D-4871-8993-6289EC671348}" sibTransId="{3B7A30E8-56CA-4715-B837-D1572DCA42E9}"/>
    <dgm:cxn modelId="{776169FC-0CF6-4B0B-A891-0EC1B825B04D}" type="presOf" srcId="{3B7A30E8-56CA-4715-B837-D1572DCA42E9}" destId="{D670FD1C-9705-45C0-9AE1-3CF418F90DAF}" srcOrd="1" destOrd="0" presId="urn:microsoft.com/office/officeart/2005/8/layout/process5"/>
    <dgm:cxn modelId="{ADD4A31D-7096-4092-A7E1-96C5A82F601C}" type="presParOf" srcId="{CB6BD67D-A87F-4A65-9438-AF6CCAACBF29}" destId="{12D3F716-76CD-4D68-B6EE-87F0734850E7}" srcOrd="0" destOrd="0" presId="urn:microsoft.com/office/officeart/2005/8/layout/process5"/>
    <dgm:cxn modelId="{BC526B72-CE50-4944-9AEF-E2336F54DE01}" type="presParOf" srcId="{CB6BD67D-A87F-4A65-9438-AF6CCAACBF29}" destId="{56D906C7-F019-445F-A583-10F42D74A2B2}" srcOrd="1" destOrd="0" presId="urn:microsoft.com/office/officeart/2005/8/layout/process5"/>
    <dgm:cxn modelId="{1CC02D7D-03DB-4862-B765-AA6E198FDF4E}" type="presParOf" srcId="{56D906C7-F019-445F-A583-10F42D74A2B2}" destId="{2AF5E8F2-1208-4E22-8E17-9BAE5FB612DC}" srcOrd="0" destOrd="0" presId="urn:microsoft.com/office/officeart/2005/8/layout/process5"/>
    <dgm:cxn modelId="{9F0CA074-2D78-42BD-8DAC-86A6133267D5}" type="presParOf" srcId="{CB6BD67D-A87F-4A65-9438-AF6CCAACBF29}" destId="{A378A4C4-A935-49C7-8726-15F4F12965E2}" srcOrd="2" destOrd="0" presId="urn:microsoft.com/office/officeart/2005/8/layout/process5"/>
    <dgm:cxn modelId="{D896DF3E-F3C7-4FFE-82BD-534A2B131FF1}" type="presParOf" srcId="{CB6BD67D-A87F-4A65-9438-AF6CCAACBF29}" destId="{185DE465-5C4B-4362-87FF-284059CCD0CE}" srcOrd="3" destOrd="0" presId="urn:microsoft.com/office/officeart/2005/8/layout/process5"/>
    <dgm:cxn modelId="{398FCAA8-9876-4F05-870A-FD8F02C2D519}" type="presParOf" srcId="{185DE465-5C4B-4362-87FF-284059CCD0CE}" destId="{ED7AAA6C-8886-412F-8DB4-2D9513B4EDCE}" srcOrd="0" destOrd="0" presId="urn:microsoft.com/office/officeart/2005/8/layout/process5"/>
    <dgm:cxn modelId="{B0A8B81E-331A-4CA9-9786-8B8E469C64AC}" type="presParOf" srcId="{CB6BD67D-A87F-4A65-9438-AF6CCAACBF29}" destId="{031384D5-5753-4827-89DC-2AA5E2C281EF}" srcOrd="4" destOrd="0" presId="urn:microsoft.com/office/officeart/2005/8/layout/process5"/>
    <dgm:cxn modelId="{3283AD12-C9B3-4DA9-BAB6-4CEF6AFC0C62}" type="presParOf" srcId="{CB6BD67D-A87F-4A65-9438-AF6CCAACBF29}" destId="{E3C415B4-9122-4F3F-931C-3339D4CE55AD}" srcOrd="5" destOrd="0" presId="urn:microsoft.com/office/officeart/2005/8/layout/process5"/>
    <dgm:cxn modelId="{282F6CC2-F66C-4F3B-BEEA-7805D9DED4B5}" type="presParOf" srcId="{E3C415B4-9122-4F3F-931C-3339D4CE55AD}" destId="{D670FD1C-9705-45C0-9AE1-3CF418F90DAF}" srcOrd="0" destOrd="0" presId="urn:microsoft.com/office/officeart/2005/8/layout/process5"/>
    <dgm:cxn modelId="{72C8F29E-F4A1-4743-A32F-7E136B908952}" type="presParOf" srcId="{CB6BD67D-A87F-4A65-9438-AF6CCAACBF29}" destId="{4EED0D85-E472-491E-AC7D-7A2ABF3E4CE3}" srcOrd="6" destOrd="0" presId="urn:microsoft.com/office/officeart/2005/8/layout/process5"/>
    <dgm:cxn modelId="{D8665EF2-B7AA-47BF-83D3-FE7BAADE2B89}" type="presParOf" srcId="{CB6BD67D-A87F-4A65-9438-AF6CCAACBF29}" destId="{8E37106F-5AE3-4EE0-AA1B-58397E721821}" srcOrd="7" destOrd="0" presId="urn:microsoft.com/office/officeart/2005/8/layout/process5"/>
    <dgm:cxn modelId="{865681B2-3C7F-4263-B270-D48490815496}" type="presParOf" srcId="{8E37106F-5AE3-4EE0-AA1B-58397E721821}" destId="{951FB0B1-706A-480D-9E1D-3A5531A4BDBF}" srcOrd="0" destOrd="0" presId="urn:microsoft.com/office/officeart/2005/8/layout/process5"/>
    <dgm:cxn modelId="{F393DE81-330F-4D06-8AB8-92455772D47B}" type="presParOf" srcId="{CB6BD67D-A87F-4A65-9438-AF6CCAACBF29}" destId="{4BBF9764-0A65-4882-A652-FBD5FC3C683B}" srcOrd="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D3F716-76CD-4D68-B6EE-87F0734850E7}">
      <dsp:nvSpPr>
        <dsp:cNvPr id="0" name=""/>
        <dsp:cNvSpPr/>
      </dsp:nvSpPr>
      <dsp:spPr>
        <a:xfrm>
          <a:off x="500848" y="1514"/>
          <a:ext cx="924932" cy="55495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Display Card</a:t>
          </a:r>
        </a:p>
      </dsp:txBody>
      <dsp:txXfrm>
        <a:off x="517102" y="17768"/>
        <a:ext cx="892424" cy="522451"/>
      </dsp:txXfrm>
    </dsp:sp>
    <dsp:sp modelId="{56D906C7-F019-445F-A583-10F42D74A2B2}">
      <dsp:nvSpPr>
        <dsp:cNvPr id="0" name=""/>
        <dsp:cNvSpPr/>
      </dsp:nvSpPr>
      <dsp:spPr>
        <a:xfrm>
          <a:off x="1507175" y="164302"/>
          <a:ext cx="196085" cy="2293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>
        <a:off x="1507175" y="210179"/>
        <a:ext cx="137260" cy="137629"/>
      </dsp:txXfrm>
    </dsp:sp>
    <dsp:sp modelId="{A378A4C4-A935-49C7-8726-15F4F12965E2}">
      <dsp:nvSpPr>
        <dsp:cNvPr id="0" name=""/>
        <dsp:cNvSpPr/>
      </dsp:nvSpPr>
      <dsp:spPr>
        <a:xfrm>
          <a:off x="1795754" y="1514"/>
          <a:ext cx="924932" cy="554959"/>
        </a:xfrm>
        <a:prstGeom prst="roundRect">
          <a:avLst>
            <a:gd name="adj" fmla="val 10000"/>
          </a:avLst>
        </a:prstGeom>
        <a:solidFill>
          <a:schemeClr val="accent3">
            <a:hueOff val="-2495830"/>
            <a:satOff val="21154"/>
            <a:lumOff val="210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User Click</a:t>
          </a:r>
        </a:p>
      </dsp:txBody>
      <dsp:txXfrm>
        <a:off x="1812008" y="17768"/>
        <a:ext cx="892424" cy="522451"/>
      </dsp:txXfrm>
    </dsp:sp>
    <dsp:sp modelId="{185DE465-5C4B-4362-87FF-284059CCD0CE}">
      <dsp:nvSpPr>
        <dsp:cNvPr id="0" name=""/>
        <dsp:cNvSpPr/>
      </dsp:nvSpPr>
      <dsp:spPr>
        <a:xfrm rot="5400000">
          <a:off x="2160177" y="621219"/>
          <a:ext cx="196085" cy="2293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3327773"/>
            <a:satOff val="28205"/>
            <a:lumOff val="281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 rot="-5400000">
        <a:off x="2189406" y="637868"/>
        <a:ext cx="137629" cy="137260"/>
      </dsp:txXfrm>
    </dsp:sp>
    <dsp:sp modelId="{031384D5-5753-4827-89DC-2AA5E2C281EF}">
      <dsp:nvSpPr>
        <dsp:cNvPr id="0" name=""/>
        <dsp:cNvSpPr/>
      </dsp:nvSpPr>
      <dsp:spPr>
        <a:xfrm>
          <a:off x="1795754" y="926447"/>
          <a:ext cx="924932" cy="554959"/>
        </a:xfrm>
        <a:prstGeom prst="roundRect">
          <a:avLst>
            <a:gd name="adj" fmla="val 10000"/>
          </a:avLst>
        </a:prstGeom>
        <a:solidFill>
          <a:schemeClr val="accent3">
            <a:hueOff val="-4991659"/>
            <a:satOff val="42307"/>
            <a:lumOff val="42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State Update</a:t>
          </a:r>
        </a:p>
      </dsp:txBody>
      <dsp:txXfrm>
        <a:off x="1812008" y="942701"/>
        <a:ext cx="892424" cy="522451"/>
      </dsp:txXfrm>
    </dsp:sp>
    <dsp:sp modelId="{E3C415B4-9122-4F3F-931C-3339D4CE55AD}">
      <dsp:nvSpPr>
        <dsp:cNvPr id="0" name=""/>
        <dsp:cNvSpPr/>
      </dsp:nvSpPr>
      <dsp:spPr>
        <a:xfrm rot="10800000">
          <a:off x="1518274" y="1089235"/>
          <a:ext cx="196085" cy="2293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6655546"/>
            <a:satOff val="56410"/>
            <a:lumOff val="562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 rot="10800000">
        <a:off x="1577099" y="1135112"/>
        <a:ext cx="137260" cy="137629"/>
      </dsp:txXfrm>
    </dsp:sp>
    <dsp:sp modelId="{4EED0D85-E472-491E-AC7D-7A2ABF3E4CE3}">
      <dsp:nvSpPr>
        <dsp:cNvPr id="0" name=""/>
        <dsp:cNvSpPr/>
      </dsp:nvSpPr>
      <dsp:spPr>
        <a:xfrm>
          <a:off x="500848" y="926447"/>
          <a:ext cx="924932" cy="554959"/>
        </a:xfrm>
        <a:prstGeom prst="roundRect">
          <a:avLst>
            <a:gd name="adj" fmla="val 10000"/>
          </a:avLst>
        </a:prstGeom>
        <a:solidFill>
          <a:schemeClr val="accent3">
            <a:hueOff val="-7487489"/>
            <a:satOff val="63461"/>
            <a:lumOff val="632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Flip Animation</a:t>
          </a:r>
        </a:p>
      </dsp:txBody>
      <dsp:txXfrm>
        <a:off x="517102" y="942701"/>
        <a:ext cx="892424" cy="522451"/>
      </dsp:txXfrm>
    </dsp:sp>
    <dsp:sp modelId="{8E37106F-5AE3-4EE0-AA1B-58397E721821}">
      <dsp:nvSpPr>
        <dsp:cNvPr id="0" name=""/>
        <dsp:cNvSpPr/>
      </dsp:nvSpPr>
      <dsp:spPr>
        <a:xfrm rot="5400000">
          <a:off x="865271" y="1546152"/>
          <a:ext cx="196085" cy="22938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9983318"/>
            <a:satOff val="84615"/>
            <a:lumOff val="843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00" kern="1200"/>
        </a:p>
      </dsp:txBody>
      <dsp:txXfrm rot="-5400000">
        <a:off x="894500" y="1562801"/>
        <a:ext cx="137629" cy="137260"/>
      </dsp:txXfrm>
    </dsp:sp>
    <dsp:sp modelId="{4BBF9764-0A65-4882-A652-FBD5FC3C683B}">
      <dsp:nvSpPr>
        <dsp:cNvPr id="0" name=""/>
        <dsp:cNvSpPr/>
      </dsp:nvSpPr>
      <dsp:spPr>
        <a:xfrm>
          <a:off x="500848" y="1851380"/>
          <a:ext cx="924932" cy="554959"/>
        </a:xfrm>
        <a:prstGeom prst="roundRect">
          <a:avLst>
            <a:gd name="adj" fmla="val 10000"/>
          </a:avLst>
        </a:prstGeom>
        <a:solidFill>
          <a:schemeClr val="accent3">
            <a:hueOff val="-9983318"/>
            <a:satOff val="84615"/>
            <a:lumOff val="84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Show Definition</a:t>
          </a:r>
        </a:p>
      </dsp:txBody>
      <dsp:txXfrm>
        <a:off x="517102" y="1867634"/>
        <a:ext cx="892424" cy="5224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2371AD9A-E7D9-493D-7A92-C92205537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9783BCBF-A979-2C5C-BFC5-AA68B73E9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7B7C11C9-814B-8F77-B1C9-95C2EC7375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4354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5F6E9AB4-D60B-B402-9407-D08CD32F5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E4063A2B-1F01-1DDB-3079-F4E7CC3BD4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500B2493-2C36-6352-1CD2-D145B30821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68537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E8E34DBF-B36D-E869-376E-3DEC90828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17645FAB-20DA-D0FF-1B3B-A12E32B9959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E9279E50-B34F-674F-BF27-EF613C7BCA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7834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>
          <a:extLst>
            <a:ext uri="{FF2B5EF4-FFF2-40B4-BE49-F238E27FC236}">
              <a16:creationId xmlns:a16="http://schemas.microsoft.com/office/drawing/2014/main" id="{F0643E7E-89E8-A8DF-7FFD-29FDC6B4B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ff573c996_1_1:notes">
            <a:extLst>
              <a:ext uri="{FF2B5EF4-FFF2-40B4-BE49-F238E27FC236}">
                <a16:creationId xmlns:a16="http://schemas.microsoft.com/office/drawing/2014/main" id="{C2A232AF-9E6E-288A-6E5B-C3449A6F78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ff573c996_1_1:notes">
            <a:extLst>
              <a:ext uri="{FF2B5EF4-FFF2-40B4-BE49-F238E27FC236}">
                <a16:creationId xmlns:a16="http://schemas.microsoft.com/office/drawing/2014/main" id="{AE4F5F57-717C-DC07-5E4C-0CB490C59D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2408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ff573c996_1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ff573c996_1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jp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/>
            <a:r>
              <a:rPr lang="en-GB" b="1" dirty="0">
                <a:solidFill>
                  <a:schemeClr val="lt1"/>
                </a:solidFill>
              </a:rPr>
              <a:t>Dev-Term Flashcards</a:t>
            </a:r>
            <a:br>
              <a:rPr lang="en-GB" b="1" dirty="0">
                <a:solidFill>
                  <a:schemeClr val="lt1"/>
                </a:solidFill>
              </a:rPr>
            </a:br>
            <a:r>
              <a:rPr lang="en-GB" sz="832" b="1" dirty="0">
                <a:solidFill>
                  <a:schemeClr val="lt1"/>
                </a:solidFill>
              </a:rPr>
              <a:t>By Group - 12</a:t>
            </a:r>
            <a:endParaRPr sz="832" b="1" dirty="0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A81B50"/>
                </a:solidFill>
              </a:rPr>
              <a:t>Index</a:t>
            </a:r>
            <a:endParaRPr b="1">
              <a:solidFill>
                <a:srgbClr val="A81B50"/>
              </a:solidFill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>
                <a:solidFill>
                  <a:srgbClr val="515151"/>
                </a:solidFill>
              </a:rPr>
              <a:t>Problem Statement</a:t>
            </a:r>
            <a:endParaRPr dirty="0">
              <a:solidFill>
                <a:srgbClr val="51515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>
                <a:solidFill>
                  <a:srgbClr val="515151"/>
                </a:solidFill>
              </a:rPr>
              <a:t>Solution</a:t>
            </a:r>
            <a:endParaRPr dirty="0">
              <a:solidFill>
                <a:srgbClr val="51515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>
                <a:solidFill>
                  <a:srgbClr val="515151"/>
                </a:solidFill>
              </a:rPr>
              <a:t>Working (Method/Mind map)</a:t>
            </a:r>
            <a:endParaRPr dirty="0">
              <a:solidFill>
                <a:srgbClr val="51515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 dirty="0">
                <a:solidFill>
                  <a:srgbClr val="515151"/>
                </a:solidFill>
              </a:rPr>
              <a:t>Conclusion.</a:t>
            </a:r>
            <a:endParaRPr sz="1000" dirty="0">
              <a:solidFill>
                <a:srgbClr val="515151"/>
              </a:solidFill>
            </a:endParaRPr>
          </a:p>
        </p:txBody>
      </p:sp>
      <p:pic>
        <p:nvPicPr>
          <p:cNvPr id="62" name="Google Shape;62;p14" title="images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668C793-72A3-A7C1-54BD-47DE1E0746D2}"/>
              </a:ext>
            </a:extLst>
          </p:cNvPr>
          <p:cNvCxnSpPr/>
          <p:nvPr/>
        </p:nvCxnSpPr>
        <p:spPr>
          <a:xfrm>
            <a:off x="265431" y="1017725"/>
            <a:ext cx="8617312" cy="0"/>
          </a:xfrm>
          <a:prstGeom prst="line">
            <a:avLst/>
          </a:prstGeom>
          <a:ln w="12700">
            <a:solidFill>
              <a:srgbClr val="A81B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7A11F57F-E8DF-EB9B-E2C7-592B49E3F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B489F4F4-8E6A-31C8-624F-1C167FCDE9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A81B50"/>
                </a:solidFill>
              </a:rPr>
              <a:t>Problem Statement</a:t>
            </a:r>
            <a:endParaRPr b="1" dirty="0">
              <a:solidFill>
                <a:srgbClr val="A81B50"/>
              </a:solidFill>
            </a:endParaRPr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AEB22F15-F740-0C7B-B2DD-3713E88D4AF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A71D9F1-DAAA-F7CB-F745-6DFFD2ED61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65431" y="1148354"/>
            <a:ext cx="5279009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 Many beginners struggle to remember programming terms and definitions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 Traditional notes are boring and not interactive 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 Students need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fun, quick, and engaging way to revise concepts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926DB3-2B6F-1D82-6641-FBE9C9F8BD5B}"/>
              </a:ext>
            </a:extLst>
          </p:cNvPr>
          <p:cNvCxnSpPr/>
          <p:nvPr/>
        </p:nvCxnSpPr>
        <p:spPr>
          <a:xfrm>
            <a:off x="265431" y="1017725"/>
            <a:ext cx="8617312" cy="0"/>
          </a:xfrm>
          <a:prstGeom prst="line">
            <a:avLst/>
          </a:prstGeom>
          <a:ln w="12700">
            <a:solidFill>
              <a:srgbClr val="A81B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491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7F4E14B0-331E-48BD-19D9-E88907F9D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EB21453-DB94-6D98-DA4C-8C42A5FC94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54" r="406" b="6787"/>
          <a:stretch>
            <a:fillRect/>
          </a:stretch>
        </p:blipFill>
        <p:spPr>
          <a:xfrm>
            <a:off x="4248779" y="2534357"/>
            <a:ext cx="2099770" cy="1131948"/>
          </a:xfrm>
          <a:custGeom>
            <a:avLst/>
            <a:gdLst>
              <a:gd name="csX0" fmla="*/ 0 w 2099770"/>
              <a:gd name="csY0" fmla="*/ 0 h 1131948"/>
              <a:gd name="csX1" fmla="*/ 2099770 w 2099770"/>
              <a:gd name="csY1" fmla="*/ 0 h 1131948"/>
              <a:gd name="csX2" fmla="*/ 2099770 w 2099770"/>
              <a:gd name="csY2" fmla="*/ 1131948 h 1131948"/>
              <a:gd name="csX3" fmla="*/ 0 w 2099770"/>
              <a:gd name="csY3" fmla="*/ 1131948 h 11319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099770" h="1131948">
                <a:moveTo>
                  <a:pt x="0" y="0"/>
                </a:moveTo>
                <a:lnTo>
                  <a:pt x="2099770" y="0"/>
                </a:lnTo>
                <a:lnTo>
                  <a:pt x="2099770" y="1131948"/>
                </a:lnTo>
                <a:lnTo>
                  <a:pt x="0" y="1131948"/>
                </a:lnTo>
                <a:close/>
              </a:path>
            </a:pathLst>
          </a:custGeom>
          <a:ln w="19050">
            <a:solidFill>
              <a:srgbClr val="A81B50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E74444F-E2C4-C6E7-F08C-F553942205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82" t="964" r="3482"/>
          <a:stretch>
            <a:fillRect/>
          </a:stretch>
        </p:blipFill>
        <p:spPr>
          <a:xfrm>
            <a:off x="6394819" y="1336928"/>
            <a:ext cx="2117948" cy="1141747"/>
          </a:xfrm>
          <a:custGeom>
            <a:avLst/>
            <a:gdLst>
              <a:gd name="csX0" fmla="*/ 0 w 2099771"/>
              <a:gd name="csY0" fmla="*/ 0 h 1131948"/>
              <a:gd name="csX1" fmla="*/ 2099771 w 2099771"/>
              <a:gd name="csY1" fmla="*/ 0 h 1131948"/>
              <a:gd name="csX2" fmla="*/ 2099771 w 2099771"/>
              <a:gd name="csY2" fmla="*/ 1131948 h 1131948"/>
              <a:gd name="csX3" fmla="*/ 0 w 2099771"/>
              <a:gd name="csY3" fmla="*/ 1131948 h 113194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099771" h="1131948">
                <a:moveTo>
                  <a:pt x="0" y="0"/>
                </a:moveTo>
                <a:lnTo>
                  <a:pt x="2099771" y="0"/>
                </a:lnTo>
                <a:lnTo>
                  <a:pt x="2099771" y="1131948"/>
                </a:lnTo>
                <a:lnTo>
                  <a:pt x="0" y="1131948"/>
                </a:lnTo>
                <a:close/>
              </a:path>
            </a:pathLst>
          </a:custGeom>
          <a:ln w="19050">
            <a:solidFill>
              <a:srgbClr val="A81B50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9D01428-2EB9-8596-757E-308EA26E16D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248778" y="1336928"/>
            <a:ext cx="2099771" cy="1141750"/>
          </a:xfrm>
          <a:custGeom>
            <a:avLst/>
            <a:gdLst>
              <a:gd name="csX0" fmla="*/ 0 w 2099771"/>
              <a:gd name="csY0" fmla="*/ 0 h 1141750"/>
              <a:gd name="csX1" fmla="*/ 2099770 w 2099771"/>
              <a:gd name="csY1" fmla="*/ 0 h 1141750"/>
              <a:gd name="csX2" fmla="*/ 2099770 w 2099771"/>
              <a:gd name="csY2" fmla="*/ 1 h 1141750"/>
              <a:gd name="csX3" fmla="*/ 2099771 w 2099771"/>
              <a:gd name="csY3" fmla="*/ 1 h 1141750"/>
              <a:gd name="csX4" fmla="*/ 2099771 w 2099771"/>
              <a:gd name="csY4" fmla="*/ 1131949 h 1141750"/>
              <a:gd name="csX5" fmla="*/ 2099770 w 2099771"/>
              <a:gd name="csY5" fmla="*/ 1131949 h 1141750"/>
              <a:gd name="csX6" fmla="*/ 2099770 w 2099771"/>
              <a:gd name="csY6" fmla="*/ 1141750 h 1141750"/>
              <a:gd name="csX7" fmla="*/ 0 w 2099771"/>
              <a:gd name="csY7" fmla="*/ 1141750 h 1141750"/>
              <a:gd name="csX8" fmla="*/ 0 w 2099771"/>
              <a:gd name="csY8" fmla="*/ 1131949 h 1141750"/>
              <a:gd name="csX9" fmla="*/ 0 w 2099771"/>
              <a:gd name="csY9" fmla="*/ 1 h 11417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2099771" h="1141750">
                <a:moveTo>
                  <a:pt x="0" y="0"/>
                </a:moveTo>
                <a:lnTo>
                  <a:pt x="2099770" y="0"/>
                </a:lnTo>
                <a:lnTo>
                  <a:pt x="2099770" y="1"/>
                </a:lnTo>
                <a:lnTo>
                  <a:pt x="2099771" y="1"/>
                </a:lnTo>
                <a:lnTo>
                  <a:pt x="2099771" y="1131949"/>
                </a:lnTo>
                <a:lnTo>
                  <a:pt x="2099770" y="1131949"/>
                </a:lnTo>
                <a:lnTo>
                  <a:pt x="2099770" y="1141750"/>
                </a:lnTo>
                <a:lnTo>
                  <a:pt x="0" y="1141750"/>
                </a:lnTo>
                <a:lnTo>
                  <a:pt x="0" y="1131949"/>
                </a:lnTo>
                <a:lnTo>
                  <a:pt x="0" y="1"/>
                </a:lnTo>
                <a:close/>
              </a:path>
            </a:pathLst>
          </a:custGeom>
          <a:ln w="19050">
            <a:solidFill>
              <a:srgbClr val="A81B50"/>
            </a:solidFill>
          </a:ln>
        </p:spPr>
      </p:pic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1F71A64A-23FD-398E-FD8D-7AC822D3B7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A81B50"/>
                </a:solidFill>
              </a:rPr>
              <a:t>Solution</a:t>
            </a:r>
            <a:endParaRPr b="1" dirty="0">
              <a:solidFill>
                <a:srgbClr val="A81B50"/>
              </a:solidFill>
            </a:endParaRPr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E4BDB9CB-5B14-0EC0-C13E-40B7DF8DDF8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68392-147E-8FFF-EF36-5CFD7B8C98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1017725"/>
            <a:ext cx="389080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React-based flashcard web app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Each card shows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programming term on the front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Clicking the card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flips it using React state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Back side shows the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definition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Helps in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active learning + quick revision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44DE4AA-1309-9F6F-5E30-91B7E2A7315E}"/>
              </a:ext>
            </a:extLst>
          </p:cNvPr>
          <p:cNvCxnSpPr/>
          <p:nvPr/>
        </p:nvCxnSpPr>
        <p:spPr>
          <a:xfrm>
            <a:off x="265431" y="1017725"/>
            <a:ext cx="8617312" cy="0"/>
          </a:xfrm>
          <a:prstGeom prst="line">
            <a:avLst/>
          </a:prstGeom>
          <a:ln w="12700">
            <a:solidFill>
              <a:srgbClr val="A81B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43A40B-131C-7872-0F40-5027B801CB2C}"/>
              </a:ext>
            </a:extLst>
          </p:cNvPr>
          <p:cNvSpPr/>
          <p:nvPr/>
        </p:nvSpPr>
        <p:spPr>
          <a:xfrm>
            <a:off x="6394818" y="2527826"/>
            <a:ext cx="2099771" cy="1131948"/>
          </a:xfrm>
          <a:prstGeom prst="rect">
            <a:avLst/>
          </a:prstGeom>
          <a:ln>
            <a:solidFill>
              <a:srgbClr val="A81B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utoShape 4">
            <a:extLst>
              <a:ext uri="{FF2B5EF4-FFF2-40B4-BE49-F238E27FC236}">
                <a16:creationId xmlns:a16="http://schemas.microsoft.com/office/drawing/2014/main" id="{9F16D6C4-A02C-95FE-797D-1A398301983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79DA6DDA-E676-03B9-3051-47CDDF5B55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325189" y="2571749"/>
            <a:ext cx="2551611" cy="2551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2324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EDFD5714-8B65-AF10-9315-0955C385A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B226FEAC-0B12-B40E-FCC4-6889AC2841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A81B50"/>
                </a:solidFill>
              </a:rPr>
              <a:t>Working</a:t>
            </a:r>
            <a:endParaRPr b="1" dirty="0">
              <a:solidFill>
                <a:srgbClr val="A81B50"/>
              </a:solidFill>
            </a:endParaRPr>
          </a:p>
        </p:txBody>
      </p:sp>
      <p:sp>
        <p:nvSpPr>
          <p:cNvPr id="61" name="Google Shape;61;p14">
            <a:extLst>
              <a:ext uri="{FF2B5EF4-FFF2-40B4-BE49-F238E27FC236}">
                <a16:creationId xmlns:a16="http://schemas.microsoft.com/office/drawing/2014/main" id="{4E66CE67-932F-F0B7-6712-8A4F25D1B0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7198" y="1132881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>
              <a:buNone/>
            </a:pPr>
            <a:r>
              <a:rPr lang="en-IN" dirty="0">
                <a:solidFill>
                  <a:schemeClr val="bg2">
                    <a:lumMod val="75000"/>
                  </a:schemeClr>
                </a:solidFill>
              </a:rPr>
              <a:t>How it works:</a:t>
            </a:r>
            <a:br>
              <a:rPr lang="en-IN" dirty="0">
                <a:solidFill>
                  <a:schemeClr val="bg2">
                    <a:lumMod val="75000"/>
                  </a:schemeClr>
                </a:solidFill>
              </a:rPr>
            </a:br>
            <a:endParaRPr lang="en-IN" dirty="0">
              <a:solidFill>
                <a:schemeClr val="bg2">
                  <a:lumMod val="75000"/>
                </a:schemeClr>
              </a:solidFill>
            </a:endParaRPr>
          </a:p>
          <a:p>
            <a:pPr marL="114300" lvl="0" indent="0">
              <a:buNone/>
            </a:pPr>
            <a:endParaRPr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DC1E5FE0-D2C2-96EF-373E-761357BE5A8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B70FEDA-3E9D-9527-27E5-7E463FB7895A}"/>
              </a:ext>
            </a:extLst>
          </p:cNvPr>
          <p:cNvCxnSpPr/>
          <p:nvPr/>
        </p:nvCxnSpPr>
        <p:spPr>
          <a:xfrm>
            <a:off x="265431" y="1017725"/>
            <a:ext cx="8617312" cy="0"/>
          </a:xfrm>
          <a:prstGeom prst="line">
            <a:avLst/>
          </a:prstGeom>
          <a:ln w="12700">
            <a:solidFill>
              <a:srgbClr val="A81B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2">
            <a:extLst>
              <a:ext uri="{FF2B5EF4-FFF2-40B4-BE49-F238E27FC236}">
                <a16:creationId xmlns:a16="http://schemas.microsoft.com/office/drawing/2014/main" id="{FB81CE8F-E3DE-5FF5-45A0-7A49EA4FE0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1700" y="1381969"/>
            <a:ext cx="493776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Store terms &amp; definitions in an array (JSON format)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Use React </a:t>
            </a:r>
            <a:r>
              <a:rPr lang="en-US" altLang="en-US" sz="1200" dirty="0" err="1">
                <a:solidFill>
                  <a:srgbClr val="515151"/>
                </a:solidFill>
                <a:latin typeface="Arial" panose="020B0604020202020204" pitchFamily="34" charset="0"/>
              </a:rPr>
              <a:t>useState</a:t>
            </a:r>
            <a:r>
              <a:rPr lang="en-US" altLang="en-US" sz="1200" dirty="0">
                <a:solidFill>
                  <a:srgbClr val="515151"/>
                </a:solidFill>
                <a:latin typeface="Arial" panose="020B0604020202020204" pitchFamily="34" charset="0"/>
              </a:rPr>
              <a:t> to track flip state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200" dirty="0">
              <a:solidFill>
                <a:srgbClr val="51515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On click → toggle state → flip card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Conditional rendering shows front/back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1C8D35-7901-B318-72A9-7F48EFEFEF0A}"/>
              </a:ext>
            </a:extLst>
          </p:cNvPr>
          <p:cNvCxnSpPr>
            <a:cxnSpLocks/>
          </p:cNvCxnSpPr>
          <p:nvPr/>
        </p:nvCxnSpPr>
        <p:spPr>
          <a:xfrm>
            <a:off x="4026447" y="1157266"/>
            <a:ext cx="0" cy="2859393"/>
          </a:xfrm>
          <a:prstGeom prst="line">
            <a:avLst/>
          </a:prstGeom>
          <a:ln w="12700">
            <a:solidFill>
              <a:srgbClr val="A81B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61;p14">
            <a:extLst>
              <a:ext uri="{FF2B5EF4-FFF2-40B4-BE49-F238E27FC236}">
                <a16:creationId xmlns:a16="http://schemas.microsoft.com/office/drawing/2014/main" id="{C8FD2338-8A43-E823-7598-A23CEDE10FE1}"/>
              </a:ext>
            </a:extLst>
          </p:cNvPr>
          <p:cNvSpPr txBox="1">
            <a:spLocks/>
          </p:cNvSpPr>
          <p:nvPr/>
        </p:nvSpPr>
        <p:spPr>
          <a:xfrm>
            <a:off x="4026447" y="1079408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None/>
            </a:pPr>
            <a:r>
              <a:rPr lang="en-IN" dirty="0">
                <a:solidFill>
                  <a:schemeClr val="bg2">
                    <a:lumMod val="75000"/>
                  </a:schemeClr>
                </a:solidFill>
              </a:rPr>
              <a:t>Mind Flow:</a:t>
            </a:r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26652502-89D1-FBC8-6A1C-A601E59BC2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8622250"/>
              </p:ext>
            </p:extLst>
          </p:nvPr>
        </p:nvGraphicFramePr>
        <p:xfrm>
          <a:off x="4146834" y="1602765"/>
          <a:ext cx="3221535" cy="24078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6270722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>
          <a:extLst>
            <a:ext uri="{FF2B5EF4-FFF2-40B4-BE49-F238E27FC236}">
              <a16:creationId xmlns:a16="http://schemas.microsoft.com/office/drawing/2014/main" id="{C065126C-A301-27E2-AD8F-0437CAAE7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>
            <a:extLst>
              <a:ext uri="{FF2B5EF4-FFF2-40B4-BE49-F238E27FC236}">
                <a16:creationId xmlns:a16="http://schemas.microsoft.com/office/drawing/2014/main" id="{58DB1DBA-9B54-AF25-F6C9-531CF9A3EF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>
                <a:solidFill>
                  <a:srgbClr val="A81B50"/>
                </a:solidFill>
              </a:rPr>
              <a:t>Conclusion</a:t>
            </a:r>
            <a:endParaRPr b="1" dirty="0">
              <a:solidFill>
                <a:srgbClr val="A81B50"/>
              </a:solidFill>
            </a:endParaRPr>
          </a:p>
        </p:txBody>
      </p:sp>
      <p:pic>
        <p:nvPicPr>
          <p:cNvPr id="62" name="Google Shape;62;p14" title="images.jpeg">
            <a:extLst>
              <a:ext uri="{FF2B5EF4-FFF2-40B4-BE49-F238E27FC236}">
                <a16:creationId xmlns:a16="http://schemas.microsoft.com/office/drawing/2014/main" id="{CA2C8F2E-EA4A-DDCD-F2D6-5F4355B63F7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4199" y="3992274"/>
            <a:ext cx="918100" cy="91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3FAA219-FCFE-A6DD-1A91-5404AFE0E30F}"/>
              </a:ext>
            </a:extLst>
          </p:cNvPr>
          <p:cNvCxnSpPr/>
          <p:nvPr/>
        </p:nvCxnSpPr>
        <p:spPr>
          <a:xfrm>
            <a:off x="265431" y="1017725"/>
            <a:ext cx="8617312" cy="0"/>
          </a:xfrm>
          <a:prstGeom prst="line">
            <a:avLst/>
          </a:prstGeom>
          <a:ln w="12700">
            <a:solidFill>
              <a:srgbClr val="A81B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1">
            <a:extLst>
              <a:ext uri="{FF2B5EF4-FFF2-40B4-BE49-F238E27FC236}">
                <a16:creationId xmlns:a16="http://schemas.microsoft.com/office/drawing/2014/main" id="{275E85D3-C6E8-6228-CA48-53A0231ACF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11700" y="910003"/>
            <a:ext cx="4698722" cy="289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Makes learning programming terms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interactive and fun</a:t>
            </a:r>
            <a:b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Improves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memory retention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Simple UI but highly useful for students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Can be extended with: </a:t>
            </a:r>
            <a:b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- Quiz mode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400" dirty="0">
                <a:solidFill>
                  <a:srgbClr val="515151"/>
                </a:solidFill>
                <a:latin typeface="Arial" panose="020B0604020202020204" pitchFamily="34" charset="0"/>
              </a:rPr>
              <a:t>-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Timer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515151"/>
                </a:solidFill>
                <a:effectLst/>
                <a:latin typeface="Arial" panose="020B0604020202020204" pitchFamily="34" charset="0"/>
              </a:rPr>
              <a:t>- Score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rgbClr val="51515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340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81B50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lt1"/>
                </a:solidFill>
              </a:rPr>
              <a:t>Thank You</a:t>
            </a:r>
            <a:endParaRPr b="1" dirty="0">
              <a:solidFill>
                <a:schemeClr val="lt1"/>
              </a:solidFill>
            </a:endParaRPr>
          </a:p>
        </p:txBody>
      </p:sp>
      <p:pic>
        <p:nvPicPr>
          <p:cNvPr id="68" name="Google Shape;68;p15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185</Words>
  <Application>Microsoft Office PowerPoint</Application>
  <PresentationFormat>On-screen Show (16:9)</PresentationFormat>
  <Paragraphs>44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Simple Light</vt:lpstr>
      <vt:lpstr>PowerPoint Presentation</vt:lpstr>
      <vt:lpstr>Index</vt:lpstr>
      <vt:lpstr>Problem Statement</vt:lpstr>
      <vt:lpstr>Solution</vt:lpstr>
      <vt:lpstr>Working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yash tambade</cp:lastModifiedBy>
  <cp:revision>2</cp:revision>
  <dcterms:modified xsi:type="dcterms:W3CDTF">2026-05-03T07:20:32Z</dcterms:modified>
</cp:coreProperties>
</file>